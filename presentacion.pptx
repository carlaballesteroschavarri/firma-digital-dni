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70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D6A29-6797-A449-BE5A-BBD8A6A26C0B}" v="38" dt="2025-10-21T15:40:27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89" d="100"/>
          <a:sy n="89" d="100"/>
        </p:scale>
        <p:origin x="-202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4E3429-9436-ABA6-533A-017D68F5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7EAE09F-5C1E-7394-088B-A3777DC71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0B12CC3-7AB7-03DC-CCA3-F4C364F5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E9E1E755-783D-9A53-787B-D2E971F7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0B207C6-A949-F315-AFE9-21397211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215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964791C-88BA-4BD0-13B3-9BA09E04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96F64B2B-C104-0E09-6450-E70BDB051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6AE953E-0F3C-2D45-0AF4-93C9C511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44A4AF11-D2D3-4AAA-CA97-CC233421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C00E313-6802-2C88-0B8B-09C1C3E7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80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56B87F-2FE1-4B78-B1DE-EED2B72D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9CF7CDF4-3F3E-B09D-B1BB-A79DD9F26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78DACED-7E23-A8A0-8D27-C1D3298F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4D8B24E-E97E-A815-AF3D-E752373C5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D3ACE6C-98A8-2B25-0EC0-8A85B1B3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085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D829098-83E4-42A4-CD97-6298AAEB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495A1A6B-1FFE-B1F8-017D-8068A5EE8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9768A49A-C7DA-32D7-6E8E-3C8A2408E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894495E2-FE23-203B-A6E2-909A4339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711713E-6CAD-FB6A-DFD5-F5425B15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EC19780-EE4E-9430-421E-A7541177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229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511399-7AFA-7BCF-0D0F-60E8549F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E846349F-13DB-AC06-1939-3B48A0CB0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43F840DB-D375-EBE0-2ADF-7973ACCFD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3CBAAFE3-C181-75E8-175A-05F0A9F6F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4CBD3AB9-BDCC-50EF-83D3-F021C8DC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E89BB4CA-1D23-B943-9908-CC56CF48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2E1EF63F-287C-7F15-5DAC-6534C003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8C32FBC2-A1D8-3C42-C1D2-EBDE3ECF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79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5ABBDD6-F412-ABA6-6BC2-6D47DFC0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F06D9E43-7D32-C99F-43C6-E99B49F2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3FBFA176-7C90-7771-FF2A-419E05AC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5417F3A2-A955-4F72-8CFB-59EA8D02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38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20C4BEB8-E211-9D49-9A15-69EB0C12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1FCA237E-6025-A579-D048-57E1294E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8A5DBF97-129E-D771-BC69-B4177D9B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401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21EF20E-70C5-A875-4A8B-3A22006E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2E42441-34B7-AE5B-CA81-8AE237D93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C01DF2A-44BA-20B6-EB8C-11B871C2C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981B69A-B1F9-469B-55FA-7A18A13D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FC8A1499-C5DC-3F7F-198C-75B50F68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14485CDB-4D39-7717-6E36-59AB5DE4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944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224D68-FC7E-CB2D-6001-0AF89957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3FC44E6A-4367-347A-A26C-23245E9DD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2D2AD44-F950-DF43-BB91-B41101B93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639556C5-4FE3-C4EC-F3B3-87354378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7F2E07A-1C1C-9484-E56F-D09A38DB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462E8DC7-14D1-5FA5-4475-700DCB7B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554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DEB24F4-7086-8382-4141-2D805C07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03A93980-1893-75A1-A423-32FDA7790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33EAEA8-2343-6EE6-CB1A-36AE7B87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1D56E54-3E35-677C-1EA1-1A128526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99367C75-B15B-CDD5-81E8-1D2E0842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89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1BB8BA26-EDB9-9233-98FD-4B08BCA4C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B88A82CF-6586-E510-317C-A9BC43B09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EEDF809B-E6F9-9255-3ED6-56C8280F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D77569F1-DBE8-DC7C-CD09-56E6C468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900F50E-E562-C173-6B4D-4FD13F41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54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885BEBD3-1A72-3A02-F6D5-B74C8285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7FA1C20A-DE02-463D-BD12-1686624F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5ACDDB2A-0AAF-D5EC-DA5C-EF4704DDF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D7B89-17E6-4006-B5A2-B2253F96A308}" type="datetimeFigureOut">
              <a:rPr lang="es-ES" smtClean="0"/>
              <a:t>25/10/2025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A4A9BA4-59D1-BB75-E722-006B345AA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BE17BE9-5B98-7E6D-F3E8-B9D4A0913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1584D-5FC9-40BB-B944-50021219AE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548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xmlns="" id="{B6FACB3C-9069-4791-BC5C-0DB7CD19B8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xmlns="" id="{71F2038E-D777-4B76-81DD-DD13EE91B9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6B67B36-F496-B102-A33A-2B9B733C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25" y="1493268"/>
            <a:ext cx="5696418" cy="192231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800" dirty="0">
                <a:solidFill>
                  <a:schemeClr val="tx2"/>
                </a:solidFill>
              </a:rPr>
              <a:t>FIRMA DE ARCHIVOS CON DNIe</a:t>
            </a:r>
            <a:endParaRPr lang="es-E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xmlns="" id="{DD354807-230F-4402-B1B9-F733A8F1F1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xmlns="" id="{BF5A6F4A-CE87-4D5C-9382-8167967CE8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xmlns="" id="{61023DD2-2E6F-4419-B404-80F08460BE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xmlns="" id="{BC4A6C98-F96E-4587-B01F-A9B01BBFAD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xmlns="" id="{A66409EC-9CC3-482A-A4A5-54ED092B3F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Firma Electrónica">
            <a:extLst>
              <a:ext uri="{FF2B5EF4-FFF2-40B4-BE49-F238E27FC236}">
                <a16:creationId xmlns:a16="http://schemas.microsoft.com/office/drawing/2014/main" xmlns="" id="{8DB59B0B-C38B-AC43-3959-C7B4BCE97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84803" y="2631302"/>
            <a:ext cx="4465821" cy="235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34F04A64-F4AF-CD59-728B-423DB6777D5E}"/>
              </a:ext>
            </a:extLst>
          </p:cNvPr>
          <p:cNvSpPr txBox="1"/>
          <p:nvPr/>
        </p:nvSpPr>
        <p:spPr>
          <a:xfrm>
            <a:off x="901184" y="4003918"/>
            <a:ext cx="3932182" cy="665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s-ES" sz="1600" dirty="0"/>
              <a:t>Aránzazu </a:t>
            </a:r>
            <a:r>
              <a:rPr lang="es-ES" sz="1600" dirty="0" err="1"/>
              <a:t>Araguás</a:t>
            </a:r>
            <a:r>
              <a:rPr lang="es-ES" sz="1600" dirty="0"/>
              <a:t> Calvo (873300)</a:t>
            </a:r>
            <a:endParaRPr lang="en-US" sz="16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s-ES" sz="1600" dirty="0"/>
              <a:t>Carla Ballesteros Chavarri (880156)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252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A93C0-B176-C367-629E-595E7449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64" y="2870331"/>
            <a:ext cx="3720231" cy="1346439"/>
          </a:xfrm>
        </p:spPr>
        <p:txBody>
          <a:bodyPr/>
          <a:lstStyle/>
          <a:p>
            <a:pPr algn="ctr"/>
            <a:r>
              <a:rPr lang="en-US" dirty="0"/>
              <a:t>REQUISITOS INCIALES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09D1F36C-8954-77E0-786D-9797E9F83821}"/>
              </a:ext>
            </a:extLst>
          </p:cNvPr>
          <p:cNvSpPr/>
          <p:nvPr/>
        </p:nvSpPr>
        <p:spPr>
          <a:xfrm>
            <a:off x="4592395" y="2423"/>
            <a:ext cx="7597061" cy="68604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xmlns="" id="{918566D1-4069-AF23-8FAE-C7EF81352A2C}"/>
              </a:ext>
            </a:extLst>
          </p:cNvPr>
          <p:cNvSpPr/>
          <p:nvPr/>
        </p:nvSpPr>
        <p:spPr>
          <a:xfrm>
            <a:off x="7103843" y="280693"/>
            <a:ext cx="3878253" cy="1918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6D2BDA13-BA48-AF23-CD39-13ABADF81EFF}"/>
              </a:ext>
            </a:extLst>
          </p:cNvPr>
          <p:cNvSpPr/>
          <p:nvPr/>
        </p:nvSpPr>
        <p:spPr>
          <a:xfrm>
            <a:off x="7103842" y="2472747"/>
            <a:ext cx="3878253" cy="1918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Marcador de contenido 3">
            <a:extLst>
              <a:ext uri="{FF2B5EF4-FFF2-40B4-BE49-F238E27FC236}">
                <a16:creationId xmlns:a16="http://schemas.microsoft.com/office/drawing/2014/main" xmlns="" id="{E48287E3-2337-34E1-7533-BBA3B9BEA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6205" y="959950"/>
            <a:ext cx="3386949" cy="56623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DCCB358E-3CF1-FF82-8034-D336E733D504}"/>
              </a:ext>
            </a:extLst>
          </p:cNvPr>
          <p:cNvSpPr/>
          <p:nvPr/>
        </p:nvSpPr>
        <p:spPr>
          <a:xfrm>
            <a:off x="7103841" y="4685679"/>
            <a:ext cx="3878253" cy="1918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08EFCC62-AC57-CD05-D278-798DA5ED3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879" y="4923613"/>
            <a:ext cx="3467107" cy="1441554"/>
          </a:xfrm>
          <a:prstGeom prst="rect">
            <a:avLst/>
          </a:prstGeom>
        </p:spPr>
      </p:pic>
      <p:pic>
        <p:nvPicPr>
          <p:cNvPr id="15" name="Imagen 14" descr="ACR38 smart card reader">
            <a:extLst>
              <a:ext uri="{FF2B5EF4-FFF2-40B4-BE49-F238E27FC236}">
                <a16:creationId xmlns:a16="http://schemas.microsoft.com/office/drawing/2014/main" xmlns="" id="{3CDC51B4-57D0-CBE7-0DB4-9DAEF89648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05" r="488" b="5366"/>
          <a:stretch>
            <a:fillRect/>
          </a:stretch>
        </p:blipFill>
        <p:spPr>
          <a:xfrm>
            <a:off x="7981167" y="2495811"/>
            <a:ext cx="2127348" cy="18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1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6">
            <a:extLst>
              <a:ext uri="{FF2B5EF4-FFF2-40B4-BE49-F238E27FC236}">
                <a16:creationId xmlns:a16="http://schemas.microsoft.com/office/drawing/2014/main" xmlns="" id="{022BDE4A-8A20-4A69-9C5A-581C82036A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21D7810-D7FB-165E-3E34-8C214876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NUESTRA SOLUCIÓN</a:t>
            </a:r>
          </a:p>
        </p:txBody>
      </p:sp>
      <p:pic>
        <p:nvPicPr>
          <p:cNvPr id="5" name="Imagen 4" descr="Imagen que contiene pasto, animal, exterior, mamífero&#10;&#10;El contenido generado por IA puede ser incorrecto.">
            <a:extLst>
              <a:ext uri="{FF2B5EF4-FFF2-40B4-BE49-F238E27FC236}">
                <a16:creationId xmlns:a16="http://schemas.microsoft.com/office/drawing/2014/main" xmlns="" id="{00CAD330-59FD-FE70-A016-C270D828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9" b="1"/>
          <a:stretch>
            <a:fillRect/>
          </a:stretch>
        </p:blipFill>
        <p:spPr>
          <a:xfrm>
            <a:off x="6227506" y="2410448"/>
            <a:ext cx="5803323" cy="3890357"/>
          </a:xfrm>
          <a:prstGeom prst="rect">
            <a:avLst/>
          </a:prstGeom>
        </p:spPr>
      </p:pic>
      <p:pic>
        <p:nvPicPr>
          <p:cNvPr id="4" name="Marcador de contenido 3" descr="Imagen que contiene pasto, animal, exterior, mamífero&#10;&#10;El contenido generado por IA puede ser incorrecto.">
            <a:extLst>
              <a:ext uri="{FF2B5EF4-FFF2-40B4-BE49-F238E27FC236}">
                <a16:creationId xmlns:a16="http://schemas.microsoft.com/office/drawing/2014/main" xmlns="" id="{E807A944-D79B-B848-8185-3ECA3B5B6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176" b="3"/>
          <a:stretch>
            <a:fillRect/>
          </a:stretch>
        </p:blipFill>
        <p:spPr>
          <a:xfrm>
            <a:off x="14996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8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D1D34770-47A8-402C-AF23-2B653F2D88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B8AE9B4-04CC-A319-D17C-75622EC9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238" y="2886633"/>
            <a:ext cx="3693699" cy="149542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DISEÑO Y ARQUITECTURA</a:t>
            </a:r>
          </a:p>
        </p:txBody>
      </p:sp>
      <p:pic>
        <p:nvPicPr>
          <p:cNvPr id="14" name="Marcador de contenido 13" descr="Diagrama&#10;&#10;El contenido generado por IA puede ser incorrecto.">
            <a:extLst>
              <a:ext uri="{FF2B5EF4-FFF2-40B4-BE49-F238E27FC236}">
                <a16:creationId xmlns:a16="http://schemas.microsoft.com/office/drawing/2014/main" xmlns="" id="{9C464B49-50C7-FE4B-59BA-41636766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38" r="-1480" b="35188"/>
          <a:stretch>
            <a:fillRect/>
          </a:stretch>
        </p:blipFill>
        <p:spPr>
          <a:xfrm>
            <a:off x="4061793" y="739598"/>
            <a:ext cx="8132874" cy="5631426"/>
          </a:xfrm>
          <a:prstGeom prst="rect">
            <a:avLst/>
          </a:prstGeom>
          <a:effectLst/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A907FE76-6E0C-046B-2B85-5B43A23F4415}"/>
              </a:ext>
            </a:extLst>
          </p:cNvPr>
          <p:cNvSpPr/>
          <p:nvPr/>
        </p:nvSpPr>
        <p:spPr>
          <a:xfrm>
            <a:off x="4424289" y="672044"/>
            <a:ext cx="2044133" cy="840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00573B29-72B8-447D-6564-48B132AAF8B8}"/>
              </a:ext>
            </a:extLst>
          </p:cNvPr>
          <p:cNvSpPr/>
          <p:nvPr/>
        </p:nvSpPr>
        <p:spPr>
          <a:xfrm>
            <a:off x="6202405" y="980064"/>
            <a:ext cx="826054" cy="336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A5B7ECE6-84A9-7148-9862-8E389BC19D6D}"/>
              </a:ext>
            </a:extLst>
          </p:cNvPr>
          <p:cNvSpPr txBox="1"/>
          <p:nvPr/>
        </p:nvSpPr>
        <p:spPr>
          <a:xfrm>
            <a:off x="4427281" y="678668"/>
            <a:ext cx="25062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/>
              <a:t>Pin introducido correctamente y botón acceder pulsado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28860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FFB5A3-5608-AF91-2257-A9CEE0A4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77" y="198111"/>
            <a:ext cx="11288994" cy="1346439"/>
          </a:xfrm>
        </p:spPr>
        <p:txBody>
          <a:bodyPr/>
          <a:lstStyle/>
          <a:p>
            <a:r>
              <a:rPr lang="es-ES" dirty="0"/>
              <a:t>PRIMERA COMUNICACIÓN CON EL DNI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92D63B6B-F15E-79AC-2BDE-F6E00F873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370" y="1711565"/>
            <a:ext cx="3605669" cy="470378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xmlns="" id="{CB630CBC-FED5-3E77-DA73-4FA42EFFD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306" y="2439314"/>
            <a:ext cx="3590924" cy="486688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xmlns="" id="{6A9CA8FB-BC30-145E-1F70-0CE583CAD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87" y="3840011"/>
            <a:ext cx="7146098" cy="1004691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xmlns="" id="{7B9B36D3-8021-8273-E014-8FABABAC1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088" y="4059802"/>
            <a:ext cx="4628237" cy="627737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xmlns="" id="{CE75C85D-523A-3C99-94EE-81764C9DC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895" y="5525864"/>
            <a:ext cx="9763125" cy="12096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D22E0E7E-EA42-4201-4722-6736CAD3DBC9}"/>
              </a:ext>
            </a:extLst>
          </p:cNvPr>
          <p:cNvSpPr txBox="1"/>
          <p:nvPr/>
        </p:nvSpPr>
        <p:spPr>
          <a:xfrm>
            <a:off x="466091" y="1109456"/>
            <a:ext cx="80962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Paso 1:</a:t>
            </a:r>
            <a:r>
              <a:rPr lang="es-ES" dirty="0"/>
              <a:t> búsqueda del lector, apertura de sesión y borrado de pin en memoria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BC172F09-156B-DE33-D7F1-DFF74292E6E3}"/>
              </a:ext>
            </a:extLst>
          </p:cNvPr>
          <p:cNvSpPr txBox="1"/>
          <p:nvPr/>
        </p:nvSpPr>
        <p:spPr>
          <a:xfrm>
            <a:off x="466091" y="3242583"/>
            <a:ext cx="56283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Paso 2: </a:t>
            </a:r>
            <a:r>
              <a:rPr lang="es-ES" dirty="0"/>
              <a:t>búsqueda del certificado de la firma digital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85EAC076-EEB7-1C59-A1B1-E3045DA50837}"/>
              </a:ext>
            </a:extLst>
          </p:cNvPr>
          <p:cNvSpPr txBox="1"/>
          <p:nvPr/>
        </p:nvSpPr>
        <p:spPr>
          <a:xfrm>
            <a:off x="464024" y="4862041"/>
            <a:ext cx="76479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Paso 3:</a:t>
            </a:r>
            <a:r>
              <a:rPr lang="es-ES" dirty="0"/>
              <a:t> búsqueda clave privada asociada al certificado de la firma digital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14EB372E-63DF-B89B-01C4-F2FBD926F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618" y="1715088"/>
            <a:ext cx="7148709" cy="14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6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E877CC9-9695-8E1A-0D76-BF3D79AC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213"/>
            <a:ext cx="10515600" cy="1325563"/>
          </a:xfrm>
        </p:spPr>
        <p:txBody>
          <a:bodyPr/>
          <a:lstStyle/>
          <a:p>
            <a:r>
              <a:rPr lang="es-ES" dirty="0"/>
              <a:t>FUNCIÓN FIRMA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xmlns="" id="{9ADE4F1E-986E-02AB-6801-F4B522A2F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35" y="1954819"/>
            <a:ext cx="6810375" cy="238125"/>
          </a:xfrm>
          <a:prstGeom prst="rect">
            <a:avLst/>
          </a:prstGeom>
        </p:spPr>
      </p:pic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xmlns="" id="{A5B5396A-2EAA-A76B-0FB7-0E52040C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72" y="490258"/>
            <a:ext cx="4755217" cy="2941544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xmlns="" id="{672241C6-8CF0-2408-AB40-E8250C8CB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665" y="4712355"/>
            <a:ext cx="4391025" cy="178117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xmlns="" id="{7170BB8A-735A-AE2E-6CFF-4F4D9DE20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17" y="3724836"/>
            <a:ext cx="7031131" cy="2097740"/>
          </a:xfrm>
          <a:prstGeom prst="rect">
            <a:avLst/>
          </a:prstGeom>
        </p:spPr>
      </p:pic>
      <p:pic>
        <p:nvPicPr>
          <p:cNvPr id="11" name="Imagen 10" descr="Flecha curva - Iconos gratis de flechas">
            <a:extLst>
              <a:ext uri="{FF2B5EF4-FFF2-40B4-BE49-F238E27FC236}">
                <a16:creationId xmlns:a16="http://schemas.microsoft.com/office/drawing/2014/main" xmlns="" id="{2CFBFE52-2DE2-8458-DF64-FB1536EC2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380000">
            <a:off x="6108207" y="2027407"/>
            <a:ext cx="1279712" cy="1178860"/>
          </a:xfrm>
          <a:prstGeom prst="rect">
            <a:avLst/>
          </a:prstGeom>
        </p:spPr>
      </p:pic>
      <p:pic>
        <p:nvPicPr>
          <p:cNvPr id="12" name="Imagen 11" descr="Flecha curva - Iconos gratis de flechas">
            <a:extLst>
              <a:ext uri="{FF2B5EF4-FFF2-40B4-BE49-F238E27FC236}">
                <a16:creationId xmlns:a16="http://schemas.microsoft.com/office/drawing/2014/main" xmlns="" id="{56DE4D01-8EC0-0D5A-DD30-803A2F582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380000">
            <a:off x="6321118" y="5602083"/>
            <a:ext cx="1279712" cy="117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89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3F51965-3FE9-3A14-57A2-D4D895B5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641" y="141007"/>
            <a:ext cx="10515600" cy="1325563"/>
          </a:xfrm>
        </p:spPr>
        <p:txBody>
          <a:bodyPr/>
          <a:lstStyle/>
          <a:p>
            <a:r>
              <a:rPr lang="es-ES" dirty="0"/>
              <a:t>FUNCIÓN DE VERIFICACIÓN</a:t>
            </a:r>
          </a:p>
        </p:txBody>
      </p:sp>
      <p:pic>
        <p:nvPicPr>
          <p:cNvPr id="4" name="Marcador de contenido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xmlns="" id="{87E43000-1807-FA04-C2A5-FC94BADEB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4255" y="3139281"/>
            <a:ext cx="2876550" cy="1724025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xmlns="" id="{3DB4C6C1-1409-390A-861F-FE5D4E130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73" y="1343025"/>
            <a:ext cx="75819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9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2584B3C-7BC7-C7CC-7E05-9850D172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41" y="-4669"/>
            <a:ext cx="6167718" cy="1347974"/>
          </a:xfrm>
        </p:spPr>
        <p:txBody>
          <a:bodyPr/>
          <a:lstStyle/>
          <a:p>
            <a:r>
              <a:rPr lang="es-ES" dirty="0"/>
              <a:t>EXPORTAR CERTIFICADO</a:t>
            </a:r>
          </a:p>
        </p:txBody>
      </p:sp>
      <p:pic>
        <p:nvPicPr>
          <p:cNvPr id="4" name="Marcador de contenido 3" descr="Texto&#10;&#10;El contenido generado por IA puede ser incorrecto.">
            <a:extLst>
              <a:ext uri="{FF2B5EF4-FFF2-40B4-BE49-F238E27FC236}">
                <a16:creationId xmlns:a16="http://schemas.microsoft.com/office/drawing/2014/main" xmlns="" id="{A129532A-DD8D-C077-A98F-9B11449F4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42036"/>
            <a:ext cx="10515600" cy="1911927"/>
          </a:xfrm>
          <a:prstGeom prst="rect">
            <a:avLst/>
          </a:prstGeom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xmlns="" id="{36F25BE1-3476-212C-C78D-EE0B75A1D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95" y="3535735"/>
            <a:ext cx="4931149" cy="3103470"/>
          </a:xfrm>
          <a:prstGeom prst="rect">
            <a:avLst/>
          </a:prstGeom>
        </p:spPr>
      </p:pic>
      <p:pic>
        <p:nvPicPr>
          <p:cNvPr id="7" name="Imagen 6" descr="Flecha curva - Iconos gratis de flechas">
            <a:extLst>
              <a:ext uri="{FF2B5EF4-FFF2-40B4-BE49-F238E27FC236}">
                <a16:creationId xmlns:a16="http://schemas.microsoft.com/office/drawing/2014/main" xmlns="" id="{A7447A06-2E7F-060F-BC88-BA030C573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380000">
            <a:off x="3172266" y="3316083"/>
            <a:ext cx="1279712" cy="117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8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736E218-1A68-43FD-586F-2217B001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 Y LIMITACIONES</a:t>
            </a:r>
          </a:p>
        </p:txBody>
      </p:sp>
      <p:pic>
        <p:nvPicPr>
          <p:cNvPr id="7" name="Marcador de contenido 6" descr="Imagen que contiene tarjeta de presentación&#10;&#10;El contenido generado por IA puede ser incorrecto.">
            <a:extLst>
              <a:ext uri="{FF2B5EF4-FFF2-40B4-BE49-F238E27FC236}">
                <a16:creationId xmlns:a16="http://schemas.microsoft.com/office/drawing/2014/main" xmlns="" id="{1C7EBDDB-7291-6901-B1F5-783A9A9A4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735" t="38964" r="24028" b="37875"/>
          <a:stretch>
            <a:fillRect/>
          </a:stretch>
        </p:blipFill>
        <p:spPr>
          <a:xfrm>
            <a:off x="4777316" y="1443937"/>
            <a:ext cx="6780700" cy="396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2151139A-886F-4B97-8815-729AD3831B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B5E08C4-8CDD-4623-A5B8-E998C6DEE3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5F33878-D502-4FFA-8ACE-F2AECDB2A2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3539FEE-81D3-4406-802E-60B20B16F4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C701763-729E-462F-A5A8-E0DEFEB1E2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896D6E-CF9D-2079-629D-52438F05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REPOSITORIO EN GIT HUB</a:t>
            </a:r>
          </a:p>
        </p:txBody>
      </p:sp>
      <p:pic>
        <p:nvPicPr>
          <p:cNvPr id="4" name="Marcador de contenido 3" descr="Tabla&#10;&#10;El contenido generado por IA puede ser incorrecto.">
            <a:extLst>
              <a:ext uri="{FF2B5EF4-FFF2-40B4-BE49-F238E27FC236}">
                <a16:creationId xmlns:a16="http://schemas.microsoft.com/office/drawing/2014/main" xmlns="" id="{C56DC5EB-8DAE-E895-7292-76E94D0C1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653" y="1936511"/>
            <a:ext cx="6435881" cy="2222344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xmlns="" id="{90A60FB7-42E0-A16E-D7BE-47623D2FC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083" y="3644522"/>
            <a:ext cx="5632128" cy="275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1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1B747A-A5B3-741C-A938-43B649471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</a:p>
        </p:txBody>
      </p:sp>
      <p:pic>
        <p:nvPicPr>
          <p:cNvPr id="4100" name="Picture 4" descr="DNI electrónico: qué debes saber, cómo usarlo y mejores lectores para  comprar">
            <a:extLst>
              <a:ext uri="{FF2B5EF4-FFF2-40B4-BE49-F238E27FC236}">
                <a16:creationId xmlns:a16="http://schemas.microsoft.com/office/drawing/2014/main" xmlns="" id="{2C26C6F4-9E7C-366F-837D-0CC6FC3BA0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4"/>
          <a:stretch>
            <a:fillRect/>
          </a:stretch>
        </p:blipFill>
        <p:spPr bwMode="auto">
          <a:xfrm>
            <a:off x="4156410" y="961812"/>
            <a:ext cx="6952579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8788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90</Words>
  <Application>Microsoft Office PowerPoint</Application>
  <PresentationFormat>Personalizado</PresentationFormat>
  <Paragraphs>17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FIRMA DE ARCHIVOS CON DNIe</vt:lpstr>
      <vt:lpstr>REQUISITOS INCIALES</vt:lpstr>
      <vt:lpstr>NUESTRA SOLUCIÓN</vt:lpstr>
      <vt:lpstr>DISEÑO Y ARQUITECTURA</vt:lpstr>
      <vt:lpstr>PRIMERA COMUNICACIÓN CON EL DNI</vt:lpstr>
      <vt:lpstr>FUNCIÓN FIRMA</vt:lpstr>
      <vt:lpstr>FUNCIÓN DE VERIFICACIÓN</vt:lpstr>
      <vt:lpstr>EXPORTAR CERTIFICADO</vt:lpstr>
      <vt:lpstr>SEGURIDAD Y LIMITACIONES</vt:lpstr>
      <vt:lpstr>REPOSITORIO EN GIT HUB</vt:lpstr>
      <vt:lpstr>CONCLUSIÓN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FIRMA DE ARCHIVOS CON DNIe</dc:title>
  <dc:creator>arancha araguas calvo</dc:creator>
  <cp:lastModifiedBy>CARLA BALLESTEROS</cp:lastModifiedBy>
  <cp:revision>375</cp:revision>
  <dcterms:created xsi:type="dcterms:W3CDTF">2025-10-12T07:37:31Z</dcterms:created>
  <dcterms:modified xsi:type="dcterms:W3CDTF">2025-10-25T18:10:02Z</dcterms:modified>
</cp:coreProperties>
</file>